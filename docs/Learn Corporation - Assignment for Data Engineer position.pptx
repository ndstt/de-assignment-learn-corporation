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282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EDTECH DATA ENGINEER TEST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92640" y="64282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 -&gt; Silver -&gt; Gold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1064240" cy="5440680"/>
          </a:xfrm>
          <a:prstGeom prst="roundRect">
            <a:avLst>
              <a:gd name="adj" fmla="val 1345"/>
            </a:avLst>
          </a:prstGeom>
          <a:solidFill>
            <a:srgbClr val="EEF4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0080"/>
            <a:ext cx="3931920" cy="5440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Engineer Technical Test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F9"/>
                </a:solidFill>
              </a:rPr>
              <a:t>EdTech medallion pipeline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00600" y="10972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Build a PySpark pipeline that ingests 3 raw sources, standardizes Bronze into Silver, joins them, and produces a Gold student_360 table with business-facing metrics.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00600" y="219456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The candidate should submit working code, explain the transformation path, and justify the Gold business logic for an edtech company.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00600" y="3246120"/>
            <a:ext cx="1737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33924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Sources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5192" y="36576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965192" y="4087368"/>
            <a:ext cx="1408176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3246120"/>
            <a:ext cx="1737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5432" y="339242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Layers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85432" y="36576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85432" y="4087368"/>
            <a:ext cx="1408176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3246120"/>
            <a:ext cx="18745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05672" y="339242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Final Grain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05672" y="365760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 / student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805672" y="4087368"/>
            <a:ext cx="154533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75488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Bronze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75488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Silver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Gold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87568" y="4681728"/>
            <a:ext cx="502920" cy="36576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4928" y="4681728"/>
            <a:ext cx="502920" cy="365760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507492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507492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5074920"/>
            <a:ext cx="105156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51937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Raw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landing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51937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Clean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conform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83880" y="51937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Business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outputs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brief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candidate is expected to build and explain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63624"/>
            <a:ext cx="336499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9164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075688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PySpark pipeline that reads 3 raw datasets from Bronze, standardizes them into Silver, and produces a Gold table.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563624"/>
            <a:ext cx="309067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69164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1728" y="207568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leads, learning activity, and sales using a conformed student key and left-join design.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747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38744" y="1563624"/>
            <a:ext cx="31821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69164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93608" y="207568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why the Gold table is useful to Growth, Sales, and Student Success in an edtech company.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82296" cy="8229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794760"/>
            <a:ext cx="10259568" cy="850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the medallion pattern clearly: Bronze keeps source truth, Silver creates trusted datasets, Gold creates analytics-ready business outputs.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22960" y="4901565"/>
            <a:ext cx="82296" cy="8229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810125"/>
            <a:ext cx="10259568" cy="850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final table at one row per student and show how each feature is derived from the raw inputs.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22960" y="5916930"/>
            <a:ext cx="82296" cy="8229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5825490"/>
            <a:ext cx="10259568" cy="573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PySpark transformations, not manual spreadsheets or notebook-only logic.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systems to be joined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raw datasets represent funnel, learning behavior, and monetization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700784"/>
            <a:ext cx="331927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828800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/ CRM source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212848"/>
            <a:ext cx="3246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columns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student_code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student_name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mobile_phone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school_name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grade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lead_created_at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source_channel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the business population and acquisition channel.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700784"/>
            <a:ext cx="331927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828800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activity source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1728" y="2212848"/>
            <a:ext cx="3246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columns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student_code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event_time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event_name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subject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chapter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duration_minutes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platform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engagement and academic intent.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75320" y="155448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21624" y="1700784"/>
            <a:ext cx="29535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1828800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source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76488" y="2212848"/>
            <a:ext cx="2880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columns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student_code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order_id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order_date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product_name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product_type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amount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payment_status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conversion and realized revenue.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data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should walk from raw ingestion to business-ready output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11880" y="2907792"/>
            <a:ext cx="502920" cy="47548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5472" y="2907792"/>
            <a:ext cx="365760" cy="47548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157984"/>
            <a:ext cx="245059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2860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2670048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raw parquet files exactly as received. Keep source fidelity, raw timestamps, and recoverability.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160520" y="201168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6824" y="2157984"/>
            <a:ext cx="245059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228600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61688" y="2670048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Trim keys, standardize timestamps, deduplicate records, remove invalid rows, and create trusted joinable datasets.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35240" y="2011680"/>
            <a:ext cx="3840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1544" y="2157984"/>
            <a:ext cx="354787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6408" y="228600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36408" y="2670048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learning and sales by student, join back to leads, then create segments, flags, and priority scores.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4983480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1663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Expected flow to narrate: ingest -&gt; standardize -&gt; aggregate -&gt; join -&gt; enrich -&gt; publish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expectation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submitted code should be clean and runnable; inline explanations are removed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492240" cy="5029200"/>
          </a:xfrm>
          <a:prstGeom prst="roundRect">
            <a:avLst>
              <a:gd name="adj" fmla="val 727"/>
            </a:avLst>
          </a:prstGeom>
          <a:solidFill>
            <a:srgbClr val="0B1220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6126480" cy="4617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df_learning_agg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df_learning_silver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"student_code"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"total_learning_events"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"duration_minutes"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"total_learning_minutes"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"event_name"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"quiz_submit"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otherwise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"quiz_submit_events"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df_sales_agg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df_sales_silver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"student_code"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countDistinct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"order_id"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"total_paid_orders"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"amount"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"total_revenue"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df_gold_student_360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df_leads_silver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df_learning_agg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"student_code"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"left"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df_sales_agg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"student_code"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"left"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52360" y="15544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98664" y="1700784"/>
            <a:ext cx="36850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3528" y="18288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check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53528" y="221284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Spark APIs, stable joins, clear aggregation logic, and correct write paths to Delta.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52360" y="31546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98664" y="3300984"/>
            <a:ext cx="3685032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53528" y="34290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avoid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53528" y="381304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Notebook-only shortcuts, hidden manual logic, and mixing raw, clean, and business logic in one step.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52360" y="47548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98664" y="4901184"/>
            <a:ext cx="36850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5029200"/>
            <a:ext cx="3575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artifact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53528" y="541324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the .py file plus the presentation that explains the logic and business reasoning.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Silver layer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test should make the candidate show data quality thinking before any business logic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609344"/>
            <a:ext cx="327355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37360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cleaning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121408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Trim student_code, clean phone numbers, normalize channel values, keep the latest record per student_code.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9704" y="1609344"/>
            <a:ext cx="32278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73736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cleaning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212140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event_time, normalize event names, prevent negative duration, drop records without key or time.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3024" y="1609344"/>
            <a:ext cx="31821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73736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cleaning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47888" y="212140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Deduplicate order_id, standardize payment_status, and keep only paid/completed/success transactions.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06908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977640"/>
            <a:ext cx="10168128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 should be the only place where standardization, deduplication, and validity checks happen.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8680" y="502234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930902"/>
            <a:ext cx="1016812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should never fix raw data issues; it should consume trusted Silver tables only.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8680" y="571271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5621274"/>
            <a:ext cx="1016812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should make this separation explicit.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Gold is built for edtech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candidate should explain the business logic, not only the technical joins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700784"/>
            <a:ext cx="336499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82880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grain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212848"/>
            <a:ext cx="3291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student.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table = cleaned leads.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and sales are first aggregated to student level, then left joined back to the lead population.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26280" y="155448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1700784"/>
            <a:ext cx="304495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82880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logic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27448" y="2212848"/>
            <a:ext cx="2971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total_learning_events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total_learning_minutes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events_last_7d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events_last_30d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quiz_submit_events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high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medium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low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inactive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474720" cy="42519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93024" y="1700784"/>
            <a:ext cx="31821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82880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logic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47888" y="2212848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total_paid_orders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total_revenue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first_purchase_at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last_purchase_at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is_paying_student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risk_flag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lead_priority_score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lead_priority_band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Gold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table should be analytics-ready and easy for downstream teams to consume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00784"/>
            <a:ext cx="181051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2880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212848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student_code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student_name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school_name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who the student is.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063240" y="155448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9544" y="1700784"/>
            <a:ext cx="181051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82880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64408" y="2212848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source_channel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lead_created_at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where the lead entered the funnel.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394960" y="155448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41264" y="1700784"/>
            <a:ext cx="18105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6128" y="182880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96128" y="2212848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events_last_7d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total_learning_minutes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quiz_submit_events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intent and depth.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26680" y="155448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72984" y="1700784"/>
            <a:ext cx="1810512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7848" y="182880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27848" y="2212848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total_paid_orders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total_revenue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revenue_last_30d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value and conversion.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058400" y="1554480"/>
            <a:ext cx="1417320" cy="32918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04704" y="1700784"/>
            <a:ext cx="1124712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59568" y="1828800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59568" y="2212848"/>
            <a:ext cx="1051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engagement_segment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risk_flag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lead_priority_band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68680" y="5074920"/>
            <a:ext cx="105613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32180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Pass condition: Gold must answer who the student is, how active they are, whether they converted, and what action the business should take next.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Deliverables and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candidate should hand over at the end of the test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655064"/>
            <a:ext cx="34564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83080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deliverables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167128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PySpark pipeline file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Short presentation deck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Clear explanation of Bronze -&gt; Silver -&gt; Gold data flow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Gold business logic explanation with edtech examples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18304" y="1655064"/>
            <a:ext cx="295351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783080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focus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73168" y="2167128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 quality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correctness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table usefulness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Ability to explain business impact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01000" y="150876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47304" y="1655064"/>
            <a:ext cx="31821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2168" y="178308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 to have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02168" y="2167128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 logic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checks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Partitioning strategy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ideas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considerations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800600"/>
            <a:ext cx="82296" cy="8229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4709160"/>
            <a:ext cx="10168128" cy="80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should be concise: problem, source tables, layer-by-layer logic, Gold output, and business value.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8680" y="5753862"/>
            <a:ext cx="82296" cy="8229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5662422"/>
            <a:ext cx="10168128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reviewer should be able to understand the full pipeline in under 10 minutes.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presentation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talking points the candidate can use during the final walkthrough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1655064"/>
            <a:ext cx="514807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83080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Walkthrough points 1-5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167128"/>
            <a:ext cx="5074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State the business problem and target Gold output.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Introduce the 3 sources and key fields.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Show Bronze ingestion and why raw data is preserved.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Explain Silver cleaning rules per dataset.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Explain why student_code is the conformed key.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55664" y="1655064"/>
            <a:ext cx="487375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783080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Walkthrough points 6-10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10528" y="2167128"/>
            <a:ext cx="4800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Show learning aggregation logic at student grain.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Show sales aggregation and payment filtering logic.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Explain the final Gold join and output schema.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Explain edtech-specific fields: engagement, monetization, risk, priority.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Close with how business teams will use the table.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EdTech Medallion Pipeline Test</dc:title>
  <dc:subject>Data Engineer technical assignment presentation</dc:subject>
  <dc:creator>OpenAI</dc:creator>
  <cp:lastModifiedBy>OpenAI</cp:lastModifiedBy>
  <cp:revision>1</cp:revision>
  <dcterms:created xsi:type="dcterms:W3CDTF">2026-03-16T04:44:30Z</dcterms:created>
  <dcterms:modified xsi:type="dcterms:W3CDTF">2026-03-16T04:44:30Z</dcterms:modified>
</cp:coreProperties>
</file>